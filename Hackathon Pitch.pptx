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9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939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75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796027F-7875-4030-9381-8BD8C4F21935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075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2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17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24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71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132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57261"/>
            <a:ext cx="3840480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0"/>
            <a:ext cx="6172200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" y="2621512"/>
            <a:ext cx="3840480" cy="3236976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85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600" y="640080"/>
            <a:ext cx="6248398" cy="55841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0765" y="642931"/>
            <a:ext cx="2446670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42932"/>
            <a:ext cx="7070678" cy="46781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36187" y="5927131"/>
            <a:ext cx="3814856" cy="365125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6187" y="6315949"/>
            <a:ext cx="381485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 title="Horizontal Rule Line"/>
          <p:cNvCxnSpPr/>
          <p:nvPr/>
        </p:nvCxnSpPr>
        <p:spPr>
          <a:xfrm>
            <a:off x="0" y="6199730"/>
            <a:ext cx="10260011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981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4AAD347D-5ACD-4C99-B74B-A9C85AD731AF}" type="datetimeFigureOut">
              <a:rPr lang="en-US" smtClean="0"/>
              <a:t>11/10/2021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91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0B68E7-7145-4358-B696-8C8084BD8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F0365-B48F-46B4-B10A-3E7248B42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600" y="1140439"/>
            <a:ext cx="5418399" cy="5085133"/>
          </a:xfrm>
        </p:spPr>
        <p:txBody>
          <a:bodyPr>
            <a:normAutofit/>
          </a:bodyPr>
          <a:lstStyle/>
          <a:p>
            <a:r>
              <a:rPr lang="en-US" sz="4800" dirty="0"/>
              <a:t>Neo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92B418-F5F0-4FB8-BB6C-DB565C09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591" y="773858"/>
            <a:ext cx="6094409" cy="1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6">
            <a:extLst>
              <a:ext uri="{FF2B5EF4-FFF2-40B4-BE49-F238E27FC236}">
                <a16:creationId xmlns:a16="http://schemas.microsoft.com/office/drawing/2014/main" id="{DAE5548B-F97E-47AF-8AAE-1A969029F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996B6D-B6D3-4A1E-89FD-164CB6418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6201007"/>
            <a:ext cx="4657344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37ADA3B3-2CBA-4403-8034-F809179F4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56" y="1190408"/>
            <a:ext cx="3370148" cy="5035163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Dharun Gautham J, IIT Kanpur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619E9-5AE8-4A68-B225-2AB9CDE3BA3E}"/>
              </a:ext>
            </a:extLst>
          </p:cNvPr>
          <p:cNvSpPr txBox="1"/>
          <p:nvPr/>
        </p:nvSpPr>
        <p:spPr>
          <a:xfrm>
            <a:off x="1221698" y="2323475"/>
            <a:ext cx="97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8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819C287-249A-484B-85C4-1D1C1845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6">
            <a:extLst>
              <a:ext uri="{FF2B5EF4-FFF2-40B4-BE49-F238E27FC236}">
                <a16:creationId xmlns:a16="http://schemas.microsoft.com/office/drawing/2014/main" id="{3AAA0759-ECD6-443A-BFFC-D53590EDA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619E9-5AE8-4A68-B225-2AB9CDE3BA3E}"/>
              </a:ext>
            </a:extLst>
          </p:cNvPr>
          <p:cNvSpPr txBox="1"/>
          <p:nvPr/>
        </p:nvSpPr>
        <p:spPr>
          <a:xfrm>
            <a:off x="1221698" y="2323475"/>
            <a:ext cx="97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25CC982-910E-4321-A558-A03B2FCE1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6468" y="482849"/>
            <a:ext cx="7034362" cy="706355"/>
          </a:xfrm>
        </p:spPr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8BE736-FA59-4CAC-95C3-85BEC5FC84D2}"/>
              </a:ext>
            </a:extLst>
          </p:cNvPr>
          <p:cNvSpPr txBox="1"/>
          <p:nvPr/>
        </p:nvSpPr>
        <p:spPr>
          <a:xfrm>
            <a:off x="1221698" y="1431561"/>
            <a:ext cx="98185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Dataset details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Only the dataset which was provided to us in the level 1 challenge was used. It contains sixteen different types of data including weather and time data.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Preprocessing was required, we removed the -7999 and -1 rows completely. </a:t>
            </a:r>
          </a:p>
          <a:p>
            <a:pPr lvl="1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Existing / Pre-Existing Work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Just worked from scratch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Experiment Results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Model details</a:t>
            </a:r>
          </a:p>
          <a:p>
            <a:pPr marL="1200150" lvl="2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We used two models LSTM and random forests.</a:t>
            </a:r>
          </a:p>
          <a:p>
            <a:pPr marL="1200150" lvl="2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Did you use any transfer learning ? No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Performance details</a:t>
            </a:r>
          </a:p>
          <a:p>
            <a:pPr marL="1200150" lvl="2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We tried several combinations of data and changed model architecture several times before obtaining best solution.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54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819C287-249A-484B-85C4-1D1C1845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6">
            <a:extLst>
              <a:ext uri="{FF2B5EF4-FFF2-40B4-BE49-F238E27FC236}">
                <a16:creationId xmlns:a16="http://schemas.microsoft.com/office/drawing/2014/main" id="{3AAA0759-ECD6-443A-BFFC-D53590EDA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619E9-5AE8-4A68-B225-2AB9CDE3BA3E}"/>
              </a:ext>
            </a:extLst>
          </p:cNvPr>
          <p:cNvSpPr txBox="1"/>
          <p:nvPr/>
        </p:nvSpPr>
        <p:spPr>
          <a:xfrm>
            <a:off x="1221698" y="2323475"/>
            <a:ext cx="97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25CC982-910E-4321-A558-A03B2FCE1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6468" y="482849"/>
            <a:ext cx="7034362" cy="706355"/>
          </a:xfrm>
        </p:spPr>
        <p:txBody>
          <a:bodyPr/>
          <a:lstStyle/>
          <a:p>
            <a:r>
              <a:rPr lang="en-US" dirty="0"/>
              <a:t>Final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8BE736-FA59-4CAC-95C3-85BEC5FC84D2}"/>
              </a:ext>
            </a:extLst>
          </p:cNvPr>
          <p:cNvSpPr txBox="1"/>
          <p:nvPr/>
        </p:nvSpPr>
        <p:spPr>
          <a:xfrm>
            <a:off x="1221698" y="1431561"/>
            <a:ext cx="98185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Hardware used for Stage 1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Did you use or any accelerators for same? No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We used Google collab platform.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Software packages used for Stage 1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tensorflow</a:t>
            </a:r>
            <a:r>
              <a:rPr lang="en-US" dirty="0"/>
              <a:t>, </a:t>
            </a:r>
            <a:r>
              <a:rPr lang="en-US" dirty="0" err="1"/>
              <a:t>keras</a:t>
            </a:r>
            <a:r>
              <a:rPr lang="en-US" dirty="0"/>
              <a:t>, pandas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Performance Numbers: ( GPU/CPU Details )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Training Times  : around 30 minutes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License: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We haven’t open sourced the solution yet.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718464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168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Schoolbook</vt:lpstr>
      <vt:lpstr>Corbel</vt:lpstr>
      <vt:lpstr>Headlines</vt:lpstr>
      <vt:lpstr>Neo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A</dc:title>
  <dc:creator>Nidhiya V Raj</dc:creator>
  <cp:lastModifiedBy>Dharun Gautham J</cp:lastModifiedBy>
  <cp:revision>25</cp:revision>
  <dcterms:created xsi:type="dcterms:W3CDTF">2019-09-28T12:46:47Z</dcterms:created>
  <dcterms:modified xsi:type="dcterms:W3CDTF">2021-11-10T09:19:24Z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nidhiyar@nvidia.com</vt:lpwstr>
  </property>
  <property fmtid="{D5CDD505-2E9C-101B-9397-08002B2CF9AE}" pid="5" name="MSIP_Label_6b558183-044c-4105-8d9c-cea02a2a3d86_SetDate">
    <vt:lpwstr>2019-09-28T14:20:52.5765701Z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ActionId">
    <vt:lpwstr>a107ad97-cbad-4e34-83f0-e134e89e228c</vt:lpwstr>
  </property>
  <property fmtid="{D5CDD505-2E9C-101B-9397-08002B2CF9AE}" pid="9" name="MSIP_Label_6b558183-044c-4105-8d9c-cea02a2a3d86_Extended_MSFT_Method">
    <vt:lpwstr>Automatic</vt:lpwstr>
  </property>
  <property fmtid="{D5CDD505-2E9C-101B-9397-08002B2CF9AE}" pid="10" name="Sensitivity">
    <vt:lpwstr>Unrestricted</vt:lpwstr>
  </property>
</Properties>
</file>